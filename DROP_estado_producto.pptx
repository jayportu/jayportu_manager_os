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4" name="Text 2"/>
          <p:cNvSpPr/>
          <p:nvPr/>
        </p:nvSpPr>
        <p:spPr>
          <a:xfrm>
            <a:off x="7680960" y="1371600"/>
            <a:ext cx="5486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</a:t>
            </a:r>
            <a:pPr algn="l" indent="0" marL="0">
              <a:buNone/>
            </a:pPr>
            <a:r>
              <a:rPr lang="en-US" sz="32000" dirty="0">
                <a:solidFill>
                  <a:srgbClr val="241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.</a:t>
            </a:r>
            <a:endParaRPr lang="en-US" sz="32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dirty="0">
                <a:solidFill>
                  <a:srgbClr val="F4EFE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DROP</a:t>
            </a:r>
            <a:pPr algn="l" indent="0" marL="0">
              <a:buNone/>
            </a:pPr>
            <a:r>
              <a:rPr lang="en-US" sz="5000" dirty="0">
                <a:solidFill>
                  <a:srgbClr val="FF5C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.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5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ESTADO DEL PRODUCTO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6949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5800" dirty="0">
                <a:solidFill>
                  <a:srgbClr val="F4EFE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LO QUE YA ESTÁ</a:t>
            </a:r>
            <a:endParaRPr lang="en-US" sz="58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5800" dirty="0">
                <a:solidFill>
                  <a:srgbClr val="F4EFE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EN PRODUCCIÓN</a:t>
            </a:r>
            <a:endParaRPr lang="en-US" sz="58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5800" dirty="0">
                <a:solidFill>
                  <a:srgbClr val="F4EFE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+ EL ROADMAP.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548640" y="53035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operativo para DJs independientes · CRM, press kit, bookings, IA, crecimiento — todo en un solo lugar.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97112" y="960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F4EF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5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QUÉ ES DROP.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EL DJ OS, MONTADO A COSTO $0.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25980"/>
            <a:ext cx="5385816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63500" dir="8100000">
              <a:srgbClr val="FF5C00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125980"/>
            <a:ext cx="128016" cy="16459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272284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" y="269290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de gestión de carrera DJ. Hoy en beta cerrada por invitación (acceso 15 días). Arquitectura multi-usuario desde el día 1 (RLS por usuario).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54496" y="2125980"/>
            <a:ext cx="5385816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63500" dir="8100000">
              <a:srgbClr val="FF5C00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54496" y="2125980"/>
            <a:ext cx="128016" cy="16459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10" name="Text 8"/>
          <p:cNvSpPr/>
          <p:nvPr/>
        </p:nvSpPr>
        <p:spPr>
          <a:xfrm>
            <a:off x="6565392" y="2272284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65392" y="269290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 (App Router) + TypeScript · Tailwind + shadcn/ui · Supabase (Postgres + Auth + Storage) · Vercel · Ollama IA local · Resend mail.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91940"/>
            <a:ext cx="5385816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63500" dir="8100000">
              <a:srgbClr val="FF5C00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091940"/>
            <a:ext cx="128016" cy="16459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" y="4238244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de operación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9536" y="465886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— Supabase Free, Vercel Hobby, IA local con Ollama. Sin gateways pagos ni servicios externos que cobren.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54496" y="4091940"/>
            <a:ext cx="5385816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63500" dir="8100000">
              <a:srgbClr val="FF5C00">
                <a:alpha val="1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4496" y="4091940"/>
            <a:ext cx="128016" cy="16459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18" name="Text 16"/>
          <p:cNvSpPr/>
          <p:nvPr/>
        </p:nvSpPr>
        <p:spPr>
          <a:xfrm>
            <a:off x="6565392" y="4238244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65392" y="465886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Probar valor con beta testers → evolucionar a SaaS para DJs con membresías (workspaces, planes, branding configurable).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</a:t>
            </a:r>
            <a:pPr indent="0" marL="0">
              <a:buNone/>
            </a:pPr>
            <a:r>
              <a:rPr lang="en-US" sz="900" b="1" spc="200" kern="0" dirty="0">
                <a:solidFill>
                  <a:srgbClr val="FF5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00" b="1" spc="200" kern="0" dirty="0">
                <a:solidFill>
                  <a:srgbClr val="5B55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THE DJ OS  ·  MAYO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55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5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EN PRODUCCIÓN · 1/6 · NÚCLEO DE GESTIÓN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LA OPERACIÓN DIARIA.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25980"/>
            <a:ext cx="5385816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63500" dir="8100000">
              <a:srgbClr val="FF5C00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125980"/>
            <a:ext cx="128016" cy="16459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272284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" y="269290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 inicio con la foto del estado: agenda, contactos, bookings y métricas clave en un vistazo.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54496" y="2125980"/>
            <a:ext cx="5385816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63500" dir="8100000">
              <a:srgbClr val="FF5C00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54496" y="2125980"/>
            <a:ext cx="128016" cy="16459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10" name="Text 8"/>
          <p:cNvSpPr/>
          <p:nvPr/>
        </p:nvSpPr>
        <p:spPr>
          <a:xfrm>
            <a:off x="6565392" y="2272284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de contactos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65392" y="269290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Contactos con tags, notas privadas, timeline de interacciones, follow-ups (incluye recurrentes) e importación masiva por CSV.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91940"/>
            <a:ext cx="5385816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63500" dir="8100000">
              <a:srgbClr val="FF5C00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091940"/>
            <a:ext cx="128016" cy="16459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" y="4238244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Calendario + finanzas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9536" y="465886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con datos financieros por show (caché, gastos), edición rápida y sincronización automática con Google Calendar.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54496" y="4091940"/>
            <a:ext cx="5385816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63500" dir="8100000">
              <a:srgbClr val="FF5C00">
                <a:alpha val="1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4496" y="4091940"/>
            <a:ext cx="128016" cy="16459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18" name="Text 16"/>
          <p:cNvSpPr/>
          <p:nvPr/>
        </p:nvSpPr>
        <p:spPr>
          <a:xfrm>
            <a:off x="6565392" y="4238244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Plantillas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65392" y="465886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Mensajes reutilizables con sistema de variables (nombre, fecha, evento…) para responder rápido y consistente.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</a:t>
            </a:r>
            <a:pPr indent="0" marL="0">
              <a:buNone/>
            </a:pPr>
            <a:r>
              <a:rPr lang="en-US" sz="900" b="1" spc="200" kern="0" dirty="0">
                <a:solidFill>
                  <a:srgbClr val="FF5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00" b="1" spc="200" kern="0" dirty="0">
                <a:solidFill>
                  <a:srgbClr val="5B55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THE DJ OS  ·  MAYO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55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5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EN PRODUCCIÓN · 2/6 · PRESS KIT &amp; BOOKINGS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DEL PERFIL AL CIERRE DEL SHOW.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25980"/>
            <a:ext cx="5385816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63500" dir="8100000">
              <a:srgbClr val="FF5C00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125980"/>
            <a:ext cx="128016" cy="16459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272284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kit público dual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" y="269290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/p/tu-nombre: bio, géneros, embeds (música/video), tech rider y stage plot. PDF subido o generado, con tracking de visitas y clics.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54496" y="2125980"/>
            <a:ext cx="5385816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63500" dir="8100000">
              <a:srgbClr val="FF5C00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54496" y="2125980"/>
            <a:ext cx="128016" cy="16459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10" name="Text 8"/>
          <p:cNvSpPr/>
          <p:nvPr/>
        </p:nvSpPr>
        <p:spPr>
          <a:xfrm>
            <a:off x="6565392" y="2272284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 de bookings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65392" y="269290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requests llegan a un inbox; cotizas el monto y se genera follow-up automático en el CRM.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91940"/>
            <a:ext cx="5385816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63500" dir="8100000">
              <a:srgbClr val="FF5C00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091940"/>
            <a:ext cx="128016" cy="16459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" y="4238244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 de estados + contraoferta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9536" y="465886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bidireccional: leído → cotizado → contraofertado por el booker → agendado/rechazado. El booker responde sin login vía /b/[token].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54496" y="4091940"/>
            <a:ext cx="5385816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63500" dir="8100000">
              <a:srgbClr val="FF5C00">
                <a:alpha val="1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4496" y="4091940"/>
            <a:ext cx="128016" cy="16459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18" name="Text 16"/>
          <p:cNvSpPr/>
          <p:nvPr/>
        </p:nvSpPr>
        <p:spPr>
          <a:xfrm>
            <a:off x="6565392" y="4238244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+ notificaciones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65392" y="465886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cambio queda en un timeline con fecha y autor, y dispara push + mail automático a ambas partes.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</a:t>
            </a:r>
            <a:pPr indent="0" marL="0">
              <a:buNone/>
            </a:pPr>
            <a:r>
              <a:rPr lang="en-US" sz="900" b="1" spc="200" kern="0" dirty="0">
                <a:solidFill>
                  <a:srgbClr val="FF5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00" b="1" spc="200" kern="0" dirty="0">
                <a:solidFill>
                  <a:srgbClr val="5B55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THE DJ OS  ·  MAYO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55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5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EN PRODUCCIÓN · 3/6 · CRECIMIENTO &amp; 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CONSEGUIR Y CERRAR MÁS FECHAS.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25980"/>
            <a:ext cx="5385816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63500" dir="8100000">
              <a:srgbClr val="FF5C00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125980"/>
            <a:ext cx="128016" cy="16459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272284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Campañas outbound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" y="269290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Campañas de mail en frío a contactos del CRM, con seguimiento de envíos y estado por contacto.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54496" y="2125980"/>
            <a:ext cx="5385816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63500" dir="8100000">
              <a:srgbClr val="FF5C00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54496" y="2125980"/>
            <a:ext cx="128016" cy="16459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10" name="Text 8"/>
          <p:cNvSpPr/>
          <p:nvPr/>
        </p:nvSpPr>
        <p:spPr>
          <a:xfrm>
            <a:off x="6565392" y="2272284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&amp; posts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65392" y="269290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de crecimiento: planificación de posts (board) y snapshots de métricas para seguir el avance.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91940"/>
            <a:ext cx="5385816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63500" dir="8100000">
              <a:srgbClr val="FF5C00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091940"/>
            <a:ext cx="128016" cy="16459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" y="4238244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Descubrir leads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9536" y="465886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Encuentra venues y locales por zona (datos OpenStreetMap/Overpass) y los pasa al CRM como leads.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54496" y="4091940"/>
            <a:ext cx="5385816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63500" dir="8100000">
              <a:srgbClr val="FF5C00">
                <a:alpha val="1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4496" y="4091940"/>
            <a:ext cx="128016" cy="16459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18" name="Text 16"/>
          <p:cNvSpPr/>
          <p:nvPr/>
        </p:nvSpPr>
        <p:spPr>
          <a:xfrm>
            <a:off x="6565392" y="4238244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local (Ollama)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65392" y="465886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Asistente de estrategia y sugerencias para mails corriendo en local — sin costo de API y con tus datos en tu máquina.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</a:t>
            </a:r>
            <a:pPr indent="0" marL="0">
              <a:buNone/>
            </a:pPr>
            <a:r>
              <a:rPr lang="en-US" sz="900" b="1" spc="200" kern="0" dirty="0">
                <a:solidFill>
                  <a:srgbClr val="FF5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00" b="1" spc="200" kern="0" dirty="0">
                <a:solidFill>
                  <a:srgbClr val="5B55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THE DJ OS  ·  MAYO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55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5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EN PRODUCCIÓN · 4/6 · INTEGRACIONES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CONECTADO CON TUS HERRAMIENTAS.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25980"/>
            <a:ext cx="5385816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63500" dir="8100000">
              <a:srgbClr val="FF5C00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125980"/>
            <a:ext cx="128016" cy="16459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272284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" y="269290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Bandeja integrada con OAuth + sync automático: lees hilos y asocias correos a contactos del CRM sin salir de DROP.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54496" y="2125980"/>
            <a:ext cx="5385816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63500" dir="8100000">
              <a:srgbClr val="FF5C00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54496" y="2125980"/>
            <a:ext cx="128016" cy="16459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10" name="Text 8"/>
          <p:cNvSpPr/>
          <p:nvPr/>
        </p:nvSpPr>
        <p:spPr>
          <a:xfrm>
            <a:off x="6565392" y="2272284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Calendar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65392" y="269290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Sincronización de eventos en ambos sentidos para que la agenda esté siempre al día.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91940"/>
            <a:ext cx="5385816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63500" dir="8100000">
              <a:srgbClr val="FF5C00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091940"/>
            <a:ext cx="128016" cy="16459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" y="4238244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&amp; SoundCloud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9536" y="465886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Auto-sync de tu contenido para alimentar el press kit y los embeds públicos.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54496" y="4091940"/>
            <a:ext cx="5385816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63500" dir="8100000">
              <a:srgbClr val="FF5C00">
                <a:alpha val="1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4496" y="4091940"/>
            <a:ext cx="128016" cy="16459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18" name="Text 16"/>
          <p:cNvSpPr/>
          <p:nvPr/>
        </p:nvSpPr>
        <p:spPr>
          <a:xfrm>
            <a:off x="6565392" y="4238244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+ Push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65392" y="465886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instalable en el teléfono (iOS/Android) con notificaciones push para bookings y recordatorios.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</a:t>
            </a:r>
            <a:pPr indent="0" marL="0">
              <a:buNone/>
            </a:pPr>
            <a:r>
              <a:rPr lang="en-US" sz="900" b="1" spc="200" kern="0" dirty="0">
                <a:solidFill>
                  <a:srgbClr val="FF5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00" b="1" spc="200" kern="0" dirty="0">
                <a:solidFill>
                  <a:srgbClr val="5B55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THE DJ OS  ·  MAYO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55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5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EN PRODUCCIÓN · 5/6 · PÚBLICO &amp; MARKETPLACE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LA CARA PÚBLICA DE DROP.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25980"/>
            <a:ext cx="5385816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63500" dir="8100000">
              <a:srgbClr val="FF5C00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125980"/>
            <a:ext cx="128016" cy="16459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272284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DJ / Booker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" y="269290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de entrada que comunica la propuesta de valor antes del gate de invite, dividida para DJs y bookers.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54496" y="2125980"/>
            <a:ext cx="5385816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63500" dir="8100000">
              <a:srgbClr val="FF5C00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54496" y="2125980"/>
            <a:ext cx="128016" cy="16459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10" name="Text 8"/>
          <p:cNvSpPr/>
          <p:nvPr/>
        </p:nvSpPr>
        <p:spPr>
          <a:xfrm>
            <a:off x="6565392" y="2272284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Directorio público /dj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65392" y="269290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de DJs verificados, filtrable por género, ciudad y disponibilidad, con datos estructurados para SEO.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91940"/>
            <a:ext cx="5385816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63500" dir="8100000">
              <a:srgbClr val="FF5C00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091940"/>
            <a:ext cx="128016" cy="16459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" y="4238244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kit público /p/[slug]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9536" y="465886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DJ con su perfil público navegable y compartible, con formulario de booking directo.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54496" y="4091940"/>
            <a:ext cx="5385816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63500" dir="8100000">
              <a:srgbClr val="FF5C00">
                <a:alpha val="1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4496" y="4091940"/>
            <a:ext cx="128016" cy="16459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18" name="Text 16"/>
          <p:cNvSpPr/>
          <p:nvPr/>
        </p:nvSpPr>
        <p:spPr>
          <a:xfrm>
            <a:off x="6565392" y="4238244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Booker (próximamente)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65392" y="465886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ya construido (cuentas, favoritos, requests, /b/[token]). Registro deshabilitado hasta el lanzamiento; el directorio ya es navegable.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</a:t>
            </a:r>
            <a:pPr indent="0" marL="0">
              <a:buNone/>
            </a:pPr>
            <a:r>
              <a:rPr lang="en-US" sz="900" b="1" spc="200" kern="0" dirty="0">
                <a:solidFill>
                  <a:srgbClr val="FF5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00" b="1" spc="200" kern="0" dirty="0">
                <a:solidFill>
                  <a:srgbClr val="5B55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THE DJ OS  ·  MAYO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55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5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EN PRODUCCIÓN · 6/6 · INFRA, BETA &amp; ADMIN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LO QUE SOSTIENE TODO.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25980"/>
            <a:ext cx="5385816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63500" dir="8100000">
              <a:srgbClr val="FF5C00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125980"/>
            <a:ext cx="128016" cy="16459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272284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15 días + NPS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" y="269290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wizard, acceso de 15 días con lockout automático, encuesta NPS y captura de feedback de los testers.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54496" y="2125980"/>
            <a:ext cx="5385816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63500" dir="8100000">
              <a:srgbClr val="FF5C00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54496" y="2125980"/>
            <a:ext cx="128016" cy="16459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10" name="Text 8"/>
          <p:cNvSpPr/>
          <p:nvPr/>
        </p:nvSpPr>
        <p:spPr>
          <a:xfrm>
            <a:off x="6565392" y="2272284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Backoffice + roles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65392" y="269290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admin (solo tú): solicitudes de beta, feedback, analytics de uso. Roles de administrador.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91940"/>
            <a:ext cx="5385816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63500" dir="8100000">
              <a:srgbClr val="FF5C00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091940"/>
            <a:ext cx="128016" cy="16459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" y="4238244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 &amp; confiabilidad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9536" y="465886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 semanales automáticos (pg_dump) a repo privado. Crons para sync de Gmail, growth y envío de push.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54496" y="4091940"/>
            <a:ext cx="5385816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63500" dir="8100000">
              <a:srgbClr val="FF5C00">
                <a:alpha val="1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4496" y="4091940"/>
            <a:ext cx="128016" cy="16459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18" name="Text 16"/>
          <p:cNvSpPr/>
          <p:nvPr/>
        </p:nvSpPr>
        <p:spPr>
          <a:xfrm>
            <a:off x="6565392" y="4238244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Deliverability &amp; SEO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65392" y="465886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Emails con anti-spam compliance (List-Unsubscribe). Sitemap dinámico + robots.txt para indexar el directorio.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</a:t>
            </a:r>
            <a:pPr indent="0" marL="0">
              <a:buNone/>
            </a:pPr>
            <a:r>
              <a:rPr lang="en-US" sz="900" b="1" spc="200" kern="0" dirty="0">
                <a:solidFill>
                  <a:srgbClr val="FF5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00" b="1" spc="200" kern="0" dirty="0">
                <a:solidFill>
                  <a:srgbClr val="5B55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THE DJ OS  ·  MAYO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55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5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ROADMAP PENDIENTE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4EFE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LO QUE SIGUE.</a:t>
            </a:r>
            <a:endParaRPr lang="en-US" sz="4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6766560"/>
                <a:gridCol w="1737360"/>
                <a:gridCol w="139903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SPRINT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C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QUÉ SUMA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C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ESTADO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C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0A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EST.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C0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5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S18.5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Contratos digitales con firma electrónica simple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EFE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Siguiente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EFE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4-5 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5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S19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Pagos integrados (Flow + MercadoPago)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EFE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Pendiente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EFE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5-7 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5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S20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Marketplace v2 · filtros pro + calendario público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EFE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Pendiente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EFE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 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5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S20.5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Cotizador público por DJ (opcional)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EFE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Opcional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EFE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5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S21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Operación del show · tech rider editor + tracklists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EFE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SQL listo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EFE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 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5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S22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Campañas + Ads tracker (Meta/Google, ROI)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EFE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Pendiente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EFE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4-5 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5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S23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 en mails + bio adaptable (Ollama clasifica Gmail)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EFE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Pendiente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EFE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3-4 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5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S24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Música personal · biblioteca de tracks + wantlist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EFE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Pendiente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EFE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 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5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S25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EF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Membresías + dominio propio + sitio legal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EFE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Pendiente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EFE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5-7 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5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estimado restante: ~33-43 días de trabajo (sin contar revisiones, bugs ni pulido).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EF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</a:t>
            </a:r>
            <a:pPr indent="0" marL="0">
              <a:buNone/>
            </a:pPr>
            <a:r>
              <a:rPr lang="en-US" sz="900" b="1" spc="200" kern="0" dirty="0">
                <a:solidFill>
                  <a:srgbClr val="FF5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00" b="1" spc="200" kern="0" dirty="0">
                <a:solidFill>
                  <a:srgbClr val="F4EF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THE DJ OS  ·  MAYO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EF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5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PRÓXIMOS PASOS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0A0A0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POR DÓNDE SEGUIR.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25980"/>
            <a:ext cx="5385816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63500" dir="8100000">
              <a:srgbClr val="FF5C00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125980"/>
            <a:ext cx="128016" cy="16459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272284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Decidir firma electrónica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" y="269290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(click-wrap + hash, gratis, Ley 19.799) vs avanzada. Define cómo se diseña S18.5 (Contratos).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54496" y="2125980"/>
            <a:ext cx="5385816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63500" dir="8100000">
              <a:srgbClr val="FF5C00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54496" y="2125980"/>
            <a:ext cx="128016" cy="16459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10" name="Text 8"/>
          <p:cNvSpPr/>
          <p:nvPr/>
        </p:nvSpPr>
        <p:spPr>
          <a:xfrm>
            <a:off x="6565392" y="2272284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Decidir gateway de pago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65392" y="269290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(Chile) primero o MercadoPago (LATAM). Define cómo se diseña S19 (Pagos).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91940"/>
            <a:ext cx="5385816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63500" dir="8100000">
              <a:srgbClr val="FF5C00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091940"/>
            <a:ext cx="128016" cy="16459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" y="4238244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Lanzar el Booker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9536" y="465886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listo. Falta decidir campos obligatorios, anti-spam en signup y el timing (depende de tener suficientes DJs en /dj).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54496" y="4091940"/>
            <a:ext cx="5385816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63500" dir="8100000">
              <a:srgbClr val="FF5C00">
                <a:alpha val="1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4496" y="4091940"/>
            <a:ext cx="128016" cy="16459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18" name="Text 16"/>
          <p:cNvSpPr/>
          <p:nvPr/>
        </p:nvSpPr>
        <p:spPr>
          <a:xfrm>
            <a:off x="6565392" y="4238244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Limpieza de orden (opcional)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65392" y="4658868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Deuda técnica documentada que no bloquea: unificar rutas de campañas, definir gate de entrada. Atacar en sesiones cortas.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</a:t>
            </a:r>
            <a:pPr indent="0" marL="0">
              <a:buNone/>
            </a:pPr>
            <a:r>
              <a:rPr lang="en-US" sz="900" b="1" spc="200" kern="0" dirty="0">
                <a:solidFill>
                  <a:srgbClr val="FF5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00" b="1" spc="200" kern="0" dirty="0">
                <a:solidFill>
                  <a:srgbClr val="5B55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THE DJ OS  ·  MAYO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55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DROP. — Estado del producto</dc:title>
  <dc:subject>PptxGenJS Presentation</dc:subject>
  <dc:creator>DROP.</dc:creator>
  <cp:lastModifiedBy>DROP.</cp:lastModifiedBy>
  <cp:revision>1</cp:revision>
  <dcterms:created xsi:type="dcterms:W3CDTF">2026-05-27T16:09:08Z</dcterms:created>
  <dcterms:modified xsi:type="dcterms:W3CDTF">2026-05-27T16:09:08Z</dcterms:modified>
</cp:coreProperties>
</file>