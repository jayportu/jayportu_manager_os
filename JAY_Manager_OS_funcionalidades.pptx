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B9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v0.12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JAY PORTU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0" kern="0" dirty="0">
                <a:solidFill>
                  <a:srgbClr val="E8B9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MANAGER OS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548640" cy="36576"/>
          </a:xfrm>
          <a:prstGeom prst="rect">
            <a:avLst/>
          </a:prstGeom>
          <a:solidFill>
            <a:srgbClr val="E8B9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337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app que ayuda al DJ a organizar toda su carrera.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· Press kit · Crecimiento · Calendario · 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640080"/>
            <a:ext cx="2926080" cy="15544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777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Nombre temporal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0" y="10972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"JAY Manager OS" es el nombre interno de esta versión de prueba. Cuando la app se abra al público vamos a inventar un nombre comercial distinto.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JAY Manager 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carrera del DJ vive en muchos lugares distintos.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Bookings por WhatsApp, contactos en notas del celular, fechas en Google Calendar, press kit en un PDF perdido, métricas a ojo y plantillas que se reescriben cada vez.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331720" cy="8686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2788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Conversaciones de booking que se pierden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2606040"/>
            <a:ext cx="2331720" cy="8686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06240" y="2788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Contactos sin orden ni recordatorios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2606040"/>
            <a:ext cx="2331720" cy="8686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178040" y="2788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foto clara de cómo crece cada 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2331720" cy="8686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3840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 kit desactualizado o inexistente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20440" y="3657600"/>
            <a:ext cx="2331720" cy="8686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✉️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206240" y="3840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Mensajes a bookers repetidos cada vez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3657600"/>
            <a:ext cx="2331720" cy="86868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78040" y="3840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Asistencia IA fuera del flujo de trabajo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JAY Manager 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Una sola app que unifica toda la operación del DJ.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51760" cy="27432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57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Manejo de la carrera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Contactos, fechas, follow-ups, plantillas y métricas en un solo lugar. Cada DJ con su propia cuenta y data privada.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874520"/>
            <a:ext cx="2651760" cy="27432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2057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PROFESIONAL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1188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Imagen pública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274320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 kit con URL propia para compartir con bookers, métricas de visitas y formulario de contacto integrado al CRM.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2651760" cy="27432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2057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CRECIMIENTO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4652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Foco en métricas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74320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Crecimiento medido en SoundCloud, YouTube y otras redes. Campañas con objetivos numéricos y seguimiento real.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JAY Manager 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FUNCIÓN ·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primero que se ve al entrar.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914400" cy="9144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CONTACTOS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40080" y="23042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554480" y="2011680"/>
            <a:ext cx="914400" cy="9144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645920" y="23042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2560320" y="2011680"/>
            <a:ext cx="914400" cy="9144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51760" y="23042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566160" y="2011680"/>
            <a:ext cx="914400" cy="9144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103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0" y="23042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B9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937760" y="2066544"/>
            <a:ext cx="164592" cy="164592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Saludo personalizado y resumen del día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359152"/>
            <a:ext cx="164592" cy="164592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2304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 clave: contactos, pipeline, follow-ups, score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651760"/>
            <a:ext cx="164592" cy="164592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2596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Follow-ups pendientes con prioridades y atrasos resaltados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944368"/>
            <a:ext cx="164592" cy="164592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93792" y="2889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Contactos top por relevancia para no perderlos de vista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236976"/>
            <a:ext cx="164592" cy="164592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3182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Actividad reciente del CRM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529584"/>
            <a:ext cx="164592" cy="164592"/>
          </a:xfrm>
          <a:prstGeom prst="ellipse">
            <a:avLst/>
          </a:prstGeom>
          <a:solidFill>
            <a:srgbClr val="E8B923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93792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Guía de primeros pasos para usuarios nuevos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JAY Manager 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FUNCIÓN ·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CRM para DJs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booker, club y productora con su historial completo.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023360" cy="13716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Clasificados y con puntaje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contacto tiene tipo (club, bar, festival, productora, etc.) y estado en el pipeline. El puntaje se calcula automáticamente según las interacciones recientes.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4023360" cy="13716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011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INTERACCIONES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83480" y="2240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Cada conversación queda registrada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WhatsApp, email, mensaje por Instagram. Se anota en pocos segundos y la ficha del contacto se mantiene actualizada sola.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4023360" cy="13716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520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" y="3749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se olvida nadie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206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contacto, con fecha y prioridad. Los atrasados se resaltan en el dashboard y llega aviso al celular cuando vencen.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337560"/>
            <a:ext cx="4023360" cy="13716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3520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IMPORTAR / EXPORTAR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83480" y="3749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dependencia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4206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Importar agenda existente desde CSV. Descargar respaldo completo en JSON en cualquier momento. La data siempre es del usuario.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JAY Manager 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FUNCIÓN ·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Press kit público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URL propia para compartir con bookers y clubes.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023360" cy="283464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MODO 1 · GENERADO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app arma la página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la bio, géneros, ciudad, embeds de SoundCloud y YouTube, tech rider y formulario de booking. La URL es personalizable. Cada visita y formulario enviado queda registrado con métricas. Los bookings recibidos entran directo al CRM como nuevos leads.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3840480" cy="283464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011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MODO 2 · PDF PROPIO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83480" y="2240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DJ sube el suyo y se ve tal cual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697480"/>
            <a:ext cx="3383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el DJ ya tiene un press kit diseñado en PDF, lo sube y la página pública lo muestra a pantalla completa. Sin marcos ni branding de la app encima — se ve tal cual lo diseñó. Botones de contacto y descarga incluidos. Se puede alternar entre los dos modos sin perder data.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JAY Manager 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FUNCIÓN ·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Crecimiento de audiencia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crecimiento en cada plataforma, medido en serio.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51760" cy="283464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MEDICIONES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 + automático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DJ puede registrar sus seguidores cuando quiera. Y SoundCloud + YouTube se actualizan solos todos los días sin que tenga que hacer nada.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51760" cy="283464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2011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PUBLICACIONES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1188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Registro de contenido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69748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post, reel o track publicado queda guardado con su formato, plataforma y resultados. Sirve para entender qué tipo de contenido funciona mejor.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651760" cy="283464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2011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4652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con seguimiento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269748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una meta (ej: +500 seguidores en 3 meses) con fecha. La app mide el avance automáticamente y muestra si funcionó o no.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JAY Manager 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FUNCIÓN ·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Comunicación y 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Email, calendario y plantillas conectadas al CRM.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51760" cy="27432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57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Conversaciones asociadas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cuenta de Gmail del DJ se conecta a la app y los hilos relevantes se asocian a cada contacto del CRM. El envío sigue siendo manual desde Gmail.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651760" cy="27432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2057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CALENDARIO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1188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Fechas sincronizadas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74320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eventos de Google Calendar entran automáticamente. Cada gig se enriquece con datos del venue. Los bookings confirmados crean fecha con un clic.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874520"/>
            <a:ext cx="2651760" cy="27432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2057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PLANTILLAS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4652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Mensajes que se autocompletan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274320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Plantillas para WhatsApp, email e Instagram con variables como nombre del contacto, fecha y link del press kit. La app arma el mensaje listo para enviar.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JAY Manager 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FUNCIÓN ·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Asistente IA y búsqueda de oportunidades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Inteligencia integrada y búsqueda de venues por ciudad.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023360" cy="27432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57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Asistente integrado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Resúmenes automáticos de las conversaciones del CRM, sugerencias de mensajes, puntaje de contactos según comportamiento reciente. Modo estratégico para temas complejos: la app arma el contexto y el DJ recibe ideas accionables.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874520"/>
            <a:ext cx="3840480" cy="27432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0574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DESCUBRIR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83480" y="2286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Venues por ciudad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74320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Búsqueda de clubes, bares y festivales filtrada por ciudad y tipo de venue. Los resultados pueden agregarse directo al CRM como leads. También se pueden cargar contactos pegando una lista de texto o subiendo un CSV.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JAY Manager 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FUNCIÓN · 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Notificaciones y app móvil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instala como app nativa y avisa lo importante.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965960" cy="283464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Instalable en el celular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agrega a la pantalla de inicio del iPhone o Android y se abre como cualquier app.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828800"/>
            <a:ext cx="1965960" cy="283464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88920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Follow-ups vencidos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Aviso diario si quedaron compromisos atrasados con algún contacto.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1965960" cy="283464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🔥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92040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Crecimiento detectado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los seguidores crecen significativamente, llega un aviso para aprovechar el momento.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1828800"/>
            <a:ext cx="1965960" cy="283464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95160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Recordatorio semanal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lunes en la mañana, recordatorio para revisar las métricas de la semana.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JAY Manager 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ACTUAL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Todo esto ya funciona hoy.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función descrita está construida y deployada en producción.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97480" cy="3657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Cuenta personal con datos privados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2697480" cy="3657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con indicadores clave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2697480" cy="3657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completo (contactos, interacciones, follow-ups)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2697480" cy="3657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 kit público con métricas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2697480" cy="3657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 kit en modo PDF subido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2697480" cy="3657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Crecimiento con mediciones manuales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2011680"/>
            <a:ext cx="2697480" cy="3657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9476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Sincronización automática de SoundCloud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2423160"/>
            <a:ext cx="2697480" cy="3657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9476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Sincronización automática de YouTube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2834640"/>
            <a:ext cx="2697480" cy="3657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947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y campañas con seguimiento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3246120"/>
            <a:ext cx="2697480" cy="3657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9476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y calendario conectados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83280" y="3657600"/>
            <a:ext cx="2697480" cy="3657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79476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Plantillas multi-canal con variables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83280" y="4069080"/>
            <a:ext cx="2697480" cy="3657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79476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Asistente IA integrado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2011680"/>
            <a:ext cx="2697480" cy="3657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62940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Búsqueda de venues por ciudad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2423160"/>
            <a:ext cx="2697480" cy="3657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62940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Instalable como app móvil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20" y="2834640"/>
            <a:ext cx="2697480" cy="3657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6294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Notificaciones automáticas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17920" y="3246120"/>
            <a:ext cx="2697480" cy="3657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6294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Importar y exportar la data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17920" y="3657600"/>
            <a:ext cx="2697480" cy="3657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62940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guiado para nuevos usuarios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17920" y="4069080"/>
            <a:ext cx="2697480" cy="3657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936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62940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Respaldo automático semanal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6576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JAY Manager OS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PRÓXIMAS FUNCIONES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viene.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Funciones planificadas en el roadmap.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300" kern="0" dirty="0">
                          <a:solidFill>
                            <a:srgbClr val="E8B92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ÁREA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300" kern="0" dirty="0">
                          <a:solidFill>
                            <a:srgbClr val="E8B92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QUÉ TRAE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A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Campañas de marketing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A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Planificador de contenido, seguimiento de campañas pagadas en Meta y Google, cálculo de retorno por campaña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A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CRM avanzado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A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Seguimiento financiero de gigs, etiquetas personalizadas, notas privadas por venue, recordatorios recurrentes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A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Directorio público de DJs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A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Perfil indexable y buscable por género y ciudad, indicador "disponible para tocar", inbox unificado de bookings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A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Operación de show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A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Tech rider editable visualmente, registro de tracklists post-show con exportación a redes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A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IA más profunda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A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Clasificación automática de emails, bio adaptable según el destinatario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A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Instagram automático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A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Sincronización de seguidores de Instagram (a evaluar más adelante)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A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Música personal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A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Biblioteca propia de tracks (BPM, key, género) y lista de pendientes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A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Membresías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AFA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Modelo de suscripción y dominio propio cuando la app esté lista para abrirse al público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JAY Manager 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B9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carrera del DJ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B9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un solo lugar.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8046720" cy="1280160"/>
          </a:xfrm>
          <a:prstGeom prst="rect">
            <a:avLst/>
          </a:prstGeom>
          <a:solidFill>
            <a:srgbClr val="3E2F0A"/>
          </a:solidFill>
          <a:ln w="12700">
            <a:solidFill>
              <a:srgbClr val="E8B9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B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 EL NOMBRE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"JAY Manager OS" es solo el nombre interno de esta versión de prueba. El producto público va a llevar un nombre comercial neutro, no vinculado a la marca personal de DJ.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JAY Manager 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JAY Manager OS</dc:title>
  <dc:subject>Funciones de la app</dc:subject>
  <dc:creator>Jay Portu</dc:creator>
  <cp:lastModifiedBy>Jay Portu</cp:lastModifiedBy>
  <cp:revision>1</cp:revision>
  <dcterms:created xsi:type="dcterms:W3CDTF">2026-05-24T04:11:45Z</dcterms:created>
  <dcterms:modified xsi:type="dcterms:W3CDTF">2026-05-24T04:11:45Z</dcterms:modified>
</cp:coreProperties>
</file>